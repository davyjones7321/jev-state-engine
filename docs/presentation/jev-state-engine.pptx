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Jev State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deterministic finite-state machine (LangGraph) that orchestrates an untrusted LLM writing code with strict Inversion of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LLM code agents suffer from cascading hallucination.</a:t>
            </a:r>
          </a:p>
          <a:p>
            <a:pPr>
              <a:defRPr sz="2000"/>
            </a:pPr>
            <a:r>
              <a:t>Unstructured loops write unconstrained diffs, introducing silent syntax breaks.</a:t>
            </a:r>
          </a:p>
          <a:p>
            <a:pPr>
              <a:defRPr sz="2000"/>
            </a:pPr>
            <a:r>
              <a:t>Agents wander outside task scope and hallucinate file paths.</a:t>
            </a:r>
          </a:p>
          <a:p>
            <a:pPr>
              <a:defRPr sz="2000"/>
            </a:pPr>
            <a:r>
              <a:t>Prompt-only rules fail to enforce mechanical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Idea: Inversion of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"The LLM proposes, deterministic code decides."</a:t>
            </a:r>
          </a:p>
          <a:p>
            <a:pPr>
              <a:defRPr sz="2000"/>
            </a:pPr>
            <a:r>
              <a:t>FSM (LangGraph) dictates execution flow, memory, and permissions.</a:t>
            </a:r>
          </a:p>
          <a:p>
            <a:pPr>
              <a:defRPr sz="2000"/>
            </a:pPr>
            <a:r>
              <a:t>Worker LLM (Gemini) generates atomic changes within state constraints.</a:t>
            </a:r>
          </a:p>
          <a:p>
            <a:pPr>
              <a:defRPr sz="2000"/>
            </a:pPr>
            <a:r>
              <a:t>Gatekeeper (Jev API &amp; Tier 0) deterministically judges every diff.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Ticket Submission</a:t>
            </a:r>
          </a:p>
          <a:p>
            <a:pPr>
              <a:defRPr sz="2000"/>
            </a:pPr>
            <a:r>
              <a:t>2. Investigation (Read-Only context gathering)</a:t>
            </a:r>
          </a:p>
          <a:p>
            <a:pPr>
              <a:defRPr sz="2000"/>
            </a:pPr>
            <a:r>
              <a:t>3. Planning (Grounding &amp; Subgoal Generation)</a:t>
            </a:r>
          </a:p>
          <a:p>
            <a:pPr>
              <a:defRPr sz="2000"/>
            </a:pPr>
            <a:r>
              <a:t>4. Implementation (Isolated Git Worktree mutations)</a:t>
            </a:r>
          </a:p>
          <a:p>
            <a:pPr>
              <a:defRPr sz="2000"/>
            </a:pPr>
            <a:r>
              <a:t>5. Gating (Tier 0 Mechanical &amp; Tier 1 Semantic checks)</a:t>
            </a:r>
          </a:p>
          <a:p>
            <a:pPr>
              <a:defRPr sz="2000"/>
            </a:pPr>
            <a:r>
              <a:t>6. Verification (Multi-ecosystem tests &amp; Final sign-off)</a:t>
            </a:r>
          </a:p>
          <a:p>
            <a:pPr>
              <a:defRPr sz="2000"/>
            </a:pPr>
            <a:r>
              <a:t>7. Clean Fast-Forward 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Node: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Reads repo to understand architecture and paths.</a:t>
            </a:r>
          </a:p>
          <a:p>
            <a:pPr>
              <a:defRPr sz="2000"/>
            </a:pPr>
            <a:r>
              <a:t>Strictly Read-Only tools (list_dir, grep, read_file).</a:t>
            </a:r>
          </a:p>
          <a:p>
            <a:pPr>
              <a:defRPr sz="2000"/>
            </a:pPr>
            <a:r>
              <a:t>Write tools are physically omitted from bindings.</a:t>
            </a:r>
          </a:p>
          <a:p>
            <a:pPr>
              <a:defRPr sz="2000"/>
            </a:pPr>
            <a:r>
              <a:t>Outputs: investigation_notes, investigated_directories.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Node: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Deconstructs ticket into an ordered queue of subgoals.</a:t>
            </a:r>
          </a:p>
          <a:p>
            <a:pPr>
              <a:defRPr sz="2000"/>
            </a:pPr>
            <a:r>
              <a:t>Outputs strict Pydantic Subgoal (description, scope, expects_tests).</a:t>
            </a:r>
          </a:p>
          <a:p>
            <a:pPr>
              <a:defRPr sz="2000"/>
            </a:pPr>
            <a:r>
              <a:t>Grounding Guard: Scopes must reference investigated or ticket-defined files.</a:t>
            </a:r>
          </a:p>
          <a:p>
            <a:pPr>
              <a:defRPr sz="2000"/>
            </a:pPr>
            <a:r>
              <a:t>Error routing: Retries on JSON/schema errors before escalating.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Applies mutations inside an isolated Git worktree.</a:t>
            </a:r>
          </a:p>
          <a:p>
            <a:pPr>
              <a:defRPr sz="2000"/>
            </a:pPr>
            <a:r>
              <a:t>Branch: jev-subgoal-&lt;id&gt;, Worktree: .jev-worktrees/subgoal-&lt;id&gt;.</a:t>
            </a:r>
          </a:p>
          <a:p>
            <a:pPr>
              <a:defRPr sz="2000"/>
            </a:pPr>
            <a:r>
              <a:t>Restricted Tools: stage_file_mutation, submit_subgoal.</a:t>
            </a:r>
          </a:p>
          <a:p>
            <a:pPr>
              <a:defRPr sz="2000"/>
            </a:pPr>
            <a:r>
              <a:t>Injects previous gate feedback into worker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Node: Gating (Two-Tier)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Tier 0 (Mechanical): AST validation, Scope creeping checks, Test runners.</a:t>
            </a:r>
          </a:p>
          <a:p>
            <a:pPr>
              <a:defRPr sz="2000"/>
            </a:pPr>
            <a:r>
              <a:t>Tier 1 (Semantic): TypeSafe AI Jev System One probability verdict.</a:t>
            </a:r>
          </a:p>
          <a:p>
            <a:pPr>
              <a:defRPr sz="2000"/>
            </a:pPr>
            <a:r>
              <a:t>Independent Strike Counters (Max 3 strikes each).</a:t>
            </a:r>
          </a:p>
          <a:p>
            <a:pPr>
              <a:defRPr sz="2000"/>
            </a:pPr>
            <a:r>
              <a:t>Pass -&gt; Fast-forward merge. Fail -&gt; Rollback worktree, increment strike, retry.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Node: Verification &amp;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Final validation after all subgoals complete.</a:t>
            </a:r>
          </a:p>
          <a:p>
            <a:pPr>
              <a:defRPr sz="2000"/>
            </a:pPr>
            <a:r>
              <a:t>Executes multi-ecosystem repository test suites.</a:t>
            </a:r>
          </a:p>
          <a:p>
            <a:pPr>
              <a:defRPr sz="2000"/>
            </a:pPr>
            <a:r>
              <a:t>Final sign-off by Jev Gatekeeper using cumulative git diff.</a:t>
            </a:r>
          </a:p>
          <a:p>
            <a:pPr>
              <a:defRPr sz="2000"/>
            </a:pPr>
            <a:r>
              <a:t>Completion or Escalation to Human-in-the-Loop (HITL).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Two-Tier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Tier 0 protects against syntax errors and out-of-scope file modifications.</a:t>
            </a:r>
          </a:p>
          <a:p>
            <a:pPr>
              <a:defRPr sz="2000"/>
            </a:pPr>
            <a:r>
              <a:t>Docs-Only Classifier bypasses tests for comment/markdown-only diffs.</a:t>
            </a:r>
          </a:p>
          <a:p>
            <a:pPr>
              <a:defRPr sz="2000"/>
            </a:pPr>
            <a:r>
              <a:t>Tier 1 uses calibrated boolean evaluation ('Does diff meet subgoal?').</a:t>
            </a:r>
          </a:p>
          <a:p>
            <a:pPr>
              <a:defRPr sz="2000"/>
            </a:pPr>
            <a:r>
              <a:t>Both tiers must pass to merge code to the main branch.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Worktree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Every subgoal runs in a hidden .jev-worktrees directory.</a:t>
            </a:r>
          </a:p>
          <a:p>
            <a:pPr>
              <a:defRPr sz="2000"/>
            </a:pPr>
            <a:r>
              <a:t>Protects the main repository from dirty state and half-completed features.</a:t>
            </a:r>
          </a:p>
          <a:p>
            <a:pPr>
              <a:defRPr sz="2000"/>
            </a:pPr>
            <a:r>
              <a:t>Enforces atomic, fast-forward-only merges.</a:t>
            </a:r>
          </a:p>
          <a:p>
            <a:pPr>
              <a:defRPr sz="2000"/>
            </a:pPr>
            <a:r>
              <a:t>Does NOT provide OS-level sandboxing (files are on the same disk).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&amp; Checkpointing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Uses LangGraph State TypedDict to manage FSM transitions.</a:t>
            </a:r>
          </a:p>
          <a:p>
            <a:pPr>
              <a:defRPr sz="2000"/>
            </a:pPr>
            <a:r>
              <a:t>SqliteSaver persists checkpoints to 'checkpoints.db' for run resumption.</a:t>
            </a:r>
          </a:p>
          <a:p>
            <a:pPr>
              <a:defRPr sz="2000"/>
            </a:pPr>
            <a:r>
              <a:t>AST State-Guard (test_state_guard.py) ensures no undeclared keys are dropped.</a:t>
            </a:r>
          </a:p>
          <a:p>
            <a:pPr>
              <a:defRPr sz="2000"/>
            </a:pPr>
            <a:r>
              <a:t>Maintains full telemetry and failure node trajectory in escalation.log.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Directory Grounding of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Real Problem: LLMs frequently hallucinate paths (e.g. src/pages vs src/app).</a:t>
            </a:r>
          </a:p>
          <a:p>
            <a:pPr>
              <a:defRPr sz="2000"/>
            </a:pPr>
            <a:r>
              <a:t>Mechanical Fix: Planning node enforces scope validation against investigated directories.</a:t>
            </a:r>
          </a:p>
          <a:p>
            <a:pPr>
              <a:defRPr sz="2000"/>
            </a:pPr>
            <a:r>
              <a:t>Follow-up hole: Rejects non-candidate files explicitly in tests to tighten grounding.</a:t>
            </a:r>
          </a:p>
          <a:p>
            <a:pPr>
              <a:defRPr sz="2000"/>
            </a:pPr>
            <a:r>
              <a:t>Verified by test_node_plan_rejects_new_directory_segment_when_in_notes_only_as_plain_word.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Read-Only Tool Gating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Investigation node only provides list_dir, grep, read_file.</a:t>
            </a:r>
          </a:p>
          <a:p>
            <a:pPr>
              <a:defRPr sz="2000"/>
            </a:pPr>
            <a:r>
              <a:t>Write tools are intentionally withheld at the prompt/binding level.</a:t>
            </a:r>
          </a:p>
          <a:p>
            <a:pPr>
              <a:defRPr sz="2000"/>
            </a:pPr>
            <a:r>
              <a:t>Honest Limit: The tools are not physically unlinked at an OS or protocol level.</a:t>
            </a:r>
          </a:p>
          <a:p>
            <a:pPr>
              <a:defRPr sz="2000"/>
            </a:pPr>
            <a:r>
              <a:t>Relies on LLM function calling limits, not true system permissions.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Multi-Ecosystem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Automatically detects and runs tests for major ecosystems.</a:t>
            </a:r>
          </a:p>
          <a:p>
            <a:pPr>
              <a:defRPr sz="2000"/>
            </a:pPr>
            <a:r>
              <a:t>Supports: npm, yarn, pnpm, Go, Rust, Maven, Gradle, Pytest.</a:t>
            </a:r>
          </a:p>
          <a:p>
            <a:pPr>
              <a:defRPr sz="2000"/>
            </a:pPr>
            <a:r>
              <a:t>IaC: Terraform, Ansible, Helm linting.</a:t>
            </a:r>
          </a:p>
          <a:p>
            <a:pPr>
              <a:defRPr sz="2000"/>
            </a:pPr>
            <a:r>
              <a:t>Python uses fast ast.parse for instantaneous compilation/syntax gating.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RULE 0: Never assume, never hardcode. Halt on undefined constraints.</a:t>
            </a:r>
          </a:p>
          <a:p>
            <a:pPr>
              <a:defRPr sz="2000"/>
            </a:pPr>
            <a:r>
              <a:t>Decision: FSM as Master. Reason: Replaces non-deterministic thick agents.</a:t>
            </a:r>
          </a:p>
          <a:p>
            <a:pPr>
              <a:defRPr sz="2000"/>
            </a:pPr>
            <a:r>
              <a:t>Decision: Fail-closed on missing tests. Reason: Ensures code is actually verified.</a:t>
            </a:r>
          </a:p>
          <a:p>
            <a:pPr>
              <a:defRPr sz="2000"/>
            </a:pPr>
            <a:r>
              <a:t>Decision: Docs-only classification. Reason: Avoids test framework failure on README edits.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Bugs &amp; End-to-End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Note: Claims regarding 'jp-bat' disposable test site runs could not be verified.</a:t>
            </a:r>
          </a:p>
          <a:p>
            <a:pPr>
              <a:defRPr sz="2000"/>
            </a:pPr>
            <a:r>
              <a:t>Git history and codebase contain no mention of 'jp-bat' or specific E2E bugs against it.</a:t>
            </a:r>
          </a:p>
          <a:p>
            <a:pPr>
              <a:defRPr sz="2000"/>
            </a:pPr>
            <a:r>
              <a:t>Mechanically enforced bug fixes are covered by the comprehensive unit tests.</a:t>
            </a:r>
          </a:p>
          <a:p>
            <a:pPr>
              <a:defRPr sz="2000"/>
            </a:pPr>
            <a:r>
              <a:t>This claim remains formally unverified.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Suite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220 tests collected across unit and integration levels.</a:t>
            </a:r>
          </a:p>
          <a:p>
            <a:pPr>
              <a:defRPr sz="2000"/>
            </a:pPr>
            <a:r>
              <a:t>Covers FSM routing, Gatekeeper HTTP, schemas, Workspace isolation, and Test Runners.</a:t>
            </a:r>
          </a:p>
          <a:p>
            <a:pPr>
              <a:defRPr sz="2000"/>
            </a:pPr>
            <a:r>
              <a:t>Excludes live LLM API behavior when skipping 'live' marked tests.</a:t>
            </a:r>
          </a:p>
          <a:p>
            <a:pPr>
              <a:defRPr sz="2000"/>
            </a:pPr>
            <a:r>
              <a:t>Ensures mechanical safety and framework correctness.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src/main.py - CLI entrypoint and wiring</a:t>
            </a:r>
          </a:p>
          <a:p>
            <a:pPr>
              <a:defRPr sz="2000"/>
            </a:pPr>
            <a:r>
              <a:t>src/jev/engine.py - LangGraph FSM definition</a:t>
            </a:r>
          </a:p>
          <a:p>
            <a:pPr>
              <a:defRPr sz="2000"/>
            </a:pPr>
            <a:r>
              <a:t>src/jev/gatekeeper.py - TypeSafe AI HTTP Client</a:t>
            </a:r>
          </a:p>
          <a:p>
            <a:pPr>
              <a:defRPr sz="2000"/>
            </a:pPr>
            <a:r>
              <a:t>src/jev/models.py - Pydantic schemas</a:t>
            </a:r>
          </a:p>
          <a:p>
            <a:pPr>
              <a:defRPr sz="2000"/>
            </a:pPr>
            <a:r>
              <a:t>src/jev/workspace.py - Git worktree lifecycle &amp; test runners</a:t>
            </a:r>
          </a:p>
          <a:p>
            <a:pPr>
              <a:defRPr sz="2000"/>
            </a:pPr>
            <a:r>
              <a:t>tests/ - 220 Pytest files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Honest Limitations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OS-level sandboxing (Worktrees isolate git state only).</a:t>
            </a:r>
          </a:p>
          <a:p>
            <a:pPr>
              <a:defRPr sz="2000"/>
            </a:pPr>
            <a:r>
              <a:t>No MCP-level tool gating (Tools are software-bound, not protocol isolated).</a:t>
            </a:r>
          </a:p>
          <a:p>
            <a:pPr>
              <a:defRPr sz="2000"/>
            </a:pPr>
            <a:r>
              <a:t>Cross-platform testing not fully established.</a:t>
            </a:r>
          </a:p>
          <a:p>
            <a:pPr>
              <a:defRPr sz="2000"/>
            </a:pPr>
            <a:r>
              <a:t>Single-worker-model dependence (Gemini).</a:t>
            </a:r>
          </a:p>
          <a:p>
            <a:pPr>
              <a:defRPr sz="2000"/>
            </a:pPr>
            <a:r>
              <a:t>No License file, No CI pipeline.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Done / Implemented: Multi-ecosystem runners, Worktree isolation, Two-Tier gating.</a:t>
            </a:r>
          </a:p>
          <a:p>
            <a:pPr>
              <a:defRPr sz="2000"/>
            </a:pPr>
            <a:r>
              <a:t>Not Started: OS-level Sandboxing / Containerization.</a:t>
            </a:r>
          </a:p>
          <a:p>
            <a:pPr>
              <a:defRPr sz="2000"/>
            </a:pPr>
            <a:r>
              <a:t>Not Started: MCP tool gating.</a:t>
            </a:r>
          </a:p>
          <a:p>
            <a:pPr>
              <a:defRPr sz="2000"/>
            </a:pPr>
            <a:r>
              <a:t>Not Started: Cross-platform CI tests, License file.</a:t>
            </a:r>
          </a:p>
          <a:p>
            <a:pPr>
              <a:defRPr sz="2000"/>
            </a:pPr>
            <a:r>
              <a:t>Not Started: User-selectable planning model.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[PRESENTER PLACEHOLDER: Insert next steps, funding request, or deployment plan here]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A: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FSM: Finite-State Machine, deterministic graph.</a:t>
            </a:r>
          </a:p>
          <a:p>
            <a:pPr>
              <a:defRPr sz="2000"/>
            </a:pPr>
            <a:r>
              <a:t>Worktree: Isolated Git working directory (.jev-worktrees).</a:t>
            </a:r>
          </a:p>
          <a:p>
            <a:pPr>
              <a:defRPr sz="2000"/>
            </a:pPr>
            <a:r>
              <a:t>Tier 0: Mechanical, deterministic gating (AST, tests).</a:t>
            </a:r>
          </a:p>
          <a:p>
            <a:pPr>
              <a:defRPr sz="2000"/>
            </a:pPr>
            <a:r>
              <a:t>Semantic Judge: Tier 1 Jev LLM evaluating code correctness.</a:t>
            </a:r>
          </a:p>
          <a:p>
            <a:pPr>
              <a:defRPr sz="2000"/>
            </a:pPr>
            <a:r>
              <a:t>Escalation: Halting automation to request Human-in-the-Loop review.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Configure .env with JEV_API_KEY and GOOGLE_API_KEY.</a:t>
            </a:r>
          </a:p>
          <a:p>
            <a:pPr>
              <a:defRPr sz="2000"/>
            </a:pPr>
            <a:r>
              <a:t>2. Run: python -m src.main "TICKET DESCRIPTION"</a:t>
            </a:r>
          </a:p>
          <a:p>
            <a:pPr>
              <a:defRPr sz="2000"/>
            </a:pPr>
            <a:r>
              <a:t>Options:</a:t>
            </a:r>
          </a:p>
          <a:p>
            <a:pPr>
              <a:defRPr sz="2000"/>
            </a:pPr>
            <a:r>
              <a:t>  --repo-dir ./target-repo</a:t>
            </a:r>
          </a:p>
          <a:p>
            <a:pPr>
              <a:defRPr sz="2000"/>
            </a:pPr>
            <a:r>
              <a:t>  --thread-id ticket-101</a:t>
            </a:r>
          </a:p>
          <a:p>
            <a:pPr>
              <a:defRPr sz="2000"/>
            </a:pPr>
            <a:r>
              <a:t>  --db-path checkpoints.db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Unverified / Needs Confirmation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project references 'jp-bat' disposable test site and specific real bugs found in end-to-end runs.</a:t>
            </a:r>
          </a:p>
          <a:p>
            <a:pPr>
              <a:defRPr sz="2000"/>
            </a:pPr>
            <a:r>
              <a:t>These claims are absent from the git history, commits, and source code.</a:t>
            </a:r>
          </a:p>
          <a:p>
            <a:pPr>
              <a:defRPr sz="2000"/>
            </a:pPr>
            <a:r>
              <a:t>As a result, no verified comparison of an earlier failed run vs later clean run against jp-bat can be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